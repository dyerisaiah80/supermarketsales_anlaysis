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35" r:id="rId5"/>
    <p:sldId id="346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4" r:id="rId14"/>
    <p:sldId id="34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94" autoAdjust="0"/>
  </p:normalViewPr>
  <p:slideViewPr>
    <p:cSldViewPr snapToGrid="0">
      <p:cViewPr>
        <p:scale>
          <a:sx n="75" d="100"/>
          <a:sy n="75" d="100"/>
        </p:scale>
        <p:origin x="954" y="744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US" dirty="0"/>
              <a:t>Supermarket Gross Income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46CBE4-3E6D-9779-815D-BA387FA01711}"/>
              </a:ext>
            </a:extLst>
          </p:cNvPr>
          <p:cNvSpPr txBox="1"/>
          <p:nvPr/>
        </p:nvSpPr>
        <p:spPr>
          <a:xfrm>
            <a:off x="6096000" y="4648199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Isaiah Dyer</a:t>
            </a:r>
          </a:p>
          <a:p>
            <a:r>
              <a:rPr lang="en-US" dirty="0"/>
              <a:t>3/17/2026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C684-70C7-1F53-8D45-3D9D4364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176C3-5283-00EB-8C14-C0E70153D9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analysis examines which products, stores, and customer groups generate the most revenue to help optimize sales strategy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Sales data for this analysis was from 1/1/2019 to 3/9/2019</a:t>
            </a:r>
          </a:p>
          <a:p>
            <a:endParaRPr lang="en-US" dirty="0"/>
          </a:p>
          <a:p>
            <a:r>
              <a:rPr lang="en-US" dirty="0"/>
              <a:t>This dataset goes over 1,001 transactions across three different branches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40BA-5C40-621B-A775-56841E12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393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05BE-AD24-ACC1-ED3C-897EA861E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739E9-BD55-A0AC-DFD4-97175AF2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What are the most profitable products and what are the most profitable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customer group generates the most income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Branch has generated the most income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21C4B-86BE-B551-4148-7467BDAB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8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D9634-87A5-8D5A-4383-60558AA6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profitable products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76E28-2951-8BAB-6497-531F62BD6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Food and beverages has the highest gross income followed by sports and travel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Health and beauty has the lowest gross income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B8C34E-A52C-45F1-D8B6-50072166D03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624117" y="1590243"/>
            <a:ext cx="5668723" cy="483894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26B99-BCF1-5A3D-6C76-5414029D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B6A9-5B03-158C-AD22-26B61834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Popularity by products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C03FB-332C-1C81-5191-0163404FC7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Fashion accessories has sold the most products with food and beverages close behind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Health and beauty has sold the least amount of products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05B4DC-63CF-55B9-AB54-2C4762CF77D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563369" y="1386840"/>
            <a:ext cx="5423905" cy="475123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98F19-6909-C0F2-E388-DBFDA079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0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9A46-E2FB-120D-1F42-DEF15D97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members or non-members generate the most revenue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74B0F-948D-F323-F113-51575104E4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Members generate more income than non-members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4D70AB-EDEE-609A-BF4A-5A4A6D64CA9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145855" y="1636003"/>
            <a:ext cx="4258933" cy="488299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2B4B1-F244-065E-8EA8-D8E47AE8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04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57800-3B24-EAF1-EB4A-C368C49D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customer type brings in the most income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30F23-06F0-B6F6-2059-118BDF224D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Female members account for the most gross incomes with 27.3%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Females bring in more gross income than males with 52%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Male members bring in the least amount of gross income with only 23.6%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A916C-D1DE-52C6-B7D1-DFF48769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A4AA765-D3E1-5A41-18C7-761BCB64F52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467418" y="1515065"/>
            <a:ext cx="4690921" cy="492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385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969C-0C3F-DD03-2043-E4FEAB80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branch draws in the highest gross income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3C23F-C325-DBCB-9145-B8403E61D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Naypyitaw branch has the highest gross income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Yangon and Mandalay Branch have very similar gross incomes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B856E1-3EFF-769F-7B7B-81080B92366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925554" y="1521275"/>
            <a:ext cx="6367286" cy="49079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171F3-D43D-49D4-D9C1-7563F42F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39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C9BEF-6781-D108-12C6-11B6FF67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Naypyitaw have the highest gross income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BDC82-7D8E-FF1C-FADA-EA6A38BEAC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Naypyitaw has the highest number of female members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Female members could correlate with having higher gross incomes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64194-C719-BB54-030F-D79E5848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63B3373-F206-0672-5A02-46A98BB918A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056376" y="1704149"/>
            <a:ext cx="5933605" cy="454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867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63DF-01AC-1C98-CA51-E6D698D3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3CE28-8E97-C647-BFAE-6BE6FB51B4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Food and beverages bring in the highest gross income while fashion and beauty are the most popular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Female members contribute the most to income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Naypyitaw branch generates the most which could be caused by them having the most female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812A2-2A3F-9D49-402F-5D03FB72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882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0269-F548-669C-AB18-C49D1C75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next?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C050-4043-4365-FDBB-3A1605BCA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Prioritize marketing and inventory strategies for Food and Beverages, as well as Fashion and Beauty products, to maximize revenue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Increasing marketing of memberships, with targeted campaigns toward female customers to drive higher revenue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CC890-0EB4-F171-45C7-EB5DBAAF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892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Architecture pitch deck</Template>
  <TotalTime>2687</TotalTime>
  <Words>324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Avenir Next LT Pro Light</vt:lpstr>
      <vt:lpstr>Calibri</vt:lpstr>
      <vt:lpstr>Posterama</vt:lpstr>
      <vt:lpstr>Custom</vt:lpstr>
      <vt:lpstr>Supermarket Gross Income Analysis</vt:lpstr>
      <vt:lpstr>introduction</vt:lpstr>
      <vt:lpstr>Main questions</vt:lpstr>
      <vt:lpstr>Most profitable products</vt:lpstr>
      <vt:lpstr>Popularity by products</vt:lpstr>
      <vt:lpstr>Do members or non-members generate the most revenue</vt:lpstr>
      <vt:lpstr>Which customer type brings in the most income</vt:lpstr>
      <vt:lpstr>Which branch draws in the highest gross income</vt:lpstr>
      <vt:lpstr>Why does Naypyitaw have the highest gross income</vt:lpstr>
      <vt:lpstr>Conclusion</vt:lpstr>
      <vt:lpstr>What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Isaiah Dyer</dc:creator>
  <cp:lastModifiedBy>Isaiah Dyer</cp:lastModifiedBy>
  <cp:revision>1</cp:revision>
  <dcterms:created xsi:type="dcterms:W3CDTF">2026-03-15T23:08:39Z</dcterms:created>
  <dcterms:modified xsi:type="dcterms:W3CDTF">2026-03-17T19:55:45Z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